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e75b586df040f9" /><Relationship Type="http://schemas.openxmlformats.org/officeDocument/2006/relationships/extended-properties" Target="/docProps/app.xml" Id="R5dbd01a245e6446a" /><Relationship Type="http://schemas.openxmlformats.org/officeDocument/2006/relationships/officeDocument" Target="/ppt/presentation.xml" Id="R149e6fcf1d65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7323aee424be5"/>
  </p:sldMasterIdLst>
  <p:notesMasterIdLst>
    <p:notesMasterId xmlns:r="http://schemas.openxmlformats.org/officeDocument/2006/relationships" r:id="R93b47f1d83cd4136"/>
  </p:notesMasterIdLst>
  <p:sldIdLst>
    <p:sldId xmlns:r="http://schemas.openxmlformats.org/officeDocument/2006/relationships" id="256" r:id="R7b1969111684406b"/>
    <p:sldId xmlns:r="http://schemas.openxmlformats.org/officeDocument/2006/relationships" id="257" r:id="R0b687905b4974115"/>
    <p:sldId xmlns:r="http://schemas.openxmlformats.org/officeDocument/2006/relationships" id="258" r:id="R0c9951aaf01243f2"/>
    <p:sldId xmlns:r="http://schemas.openxmlformats.org/officeDocument/2006/relationships" id="259" r:id="R3a8758870319473e"/>
    <p:sldId xmlns:r="http://schemas.openxmlformats.org/officeDocument/2006/relationships" id="260" r:id="Rd0946a77f77f4f65"/>
    <p:sldId xmlns:r="http://schemas.openxmlformats.org/officeDocument/2006/relationships" id="261" r:id="Raf4d544f37594829"/>
    <p:sldId xmlns:r="http://schemas.openxmlformats.org/officeDocument/2006/relationships" id="262" r:id="Rdb0a2ec7dfb84b17"/>
    <p:sldId xmlns:r="http://schemas.openxmlformats.org/officeDocument/2006/relationships" id="263" r:id="Rda32e9b0fb5945b1"/>
    <p:sldId xmlns:r="http://schemas.openxmlformats.org/officeDocument/2006/relationships" id="264" r:id="Rb9641b5125aa4be9"/>
    <p:sldId xmlns:r="http://schemas.openxmlformats.org/officeDocument/2006/relationships" id="265" r:id="R91ed2df3584c44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a01bcd98d4a7c" /><Relationship Type="http://schemas.openxmlformats.org/officeDocument/2006/relationships/slideMaster" Target="/ppt/slideMasters/slideMaster1.xml" Id="R52b7323aee424be5" /><Relationship Type="http://schemas.openxmlformats.org/officeDocument/2006/relationships/notesMaster" Target="/ppt/notesMasters/notesMaster1.xml" Id="R93b47f1d83cd4136" /><Relationship Type="http://schemas.openxmlformats.org/officeDocument/2006/relationships/presProps" Target="/ppt/presProps.xml" Id="Rd0fcd30785ad4575" /><Relationship Type="http://schemas.openxmlformats.org/officeDocument/2006/relationships/tableStyles" Target="/ppt/tableStyles.xml" Id="R4545a77f4716413b" /><Relationship Type="http://schemas.openxmlformats.org/officeDocument/2006/relationships/slide" Target="/ppt/slides/slide1.xml" Id="R7b1969111684406b" /><Relationship Type="http://schemas.openxmlformats.org/officeDocument/2006/relationships/slide" Target="/ppt/slides/slide2.xml" Id="R0b687905b4974115" /><Relationship Type="http://schemas.openxmlformats.org/officeDocument/2006/relationships/slide" Target="/ppt/slides/slide3.xml" Id="R0c9951aaf01243f2" /><Relationship Type="http://schemas.openxmlformats.org/officeDocument/2006/relationships/slide" Target="/ppt/slides/slide4.xml" Id="R3a8758870319473e" /><Relationship Type="http://schemas.openxmlformats.org/officeDocument/2006/relationships/slide" Target="/ppt/slides/slide5.xml" Id="Rd0946a77f77f4f65" /><Relationship Type="http://schemas.openxmlformats.org/officeDocument/2006/relationships/slide" Target="/ppt/slides/slide6.xml" Id="Raf4d544f37594829" /><Relationship Type="http://schemas.openxmlformats.org/officeDocument/2006/relationships/slide" Target="/ppt/slides/slide7.xml" Id="Rdb0a2ec7dfb84b17" /><Relationship Type="http://schemas.openxmlformats.org/officeDocument/2006/relationships/slide" Target="/ppt/slides/slide8.xml" Id="Rda32e9b0fb5945b1" /><Relationship Type="http://schemas.openxmlformats.org/officeDocument/2006/relationships/slide" Target="/ppt/slides/slide9.xml" Id="Rb9641b5125aa4be9" /><Relationship Type="http://schemas.openxmlformats.org/officeDocument/2006/relationships/slide" Target="/ppt/slides/slide10.xml" Id="R91ed2df3584c44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18ec9874724f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47c1801ea4573" /><Relationship Type="http://schemas.openxmlformats.org/officeDocument/2006/relationships/notesMaster" Target="/ppt/notesMasters/notesMaster1.xml" Id="Raa0d1470bd4043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29e08af1f41e3" /><Relationship Type="http://schemas.openxmlformats.org/officeDocument/2006/relationships/notesMaster" Target="/ppt/notesMasters/notesMaster1.xml" Id="Re122d550af8944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bbf4af6cf947e2" /><Relationship Type="http://schemas.openxmlformats.org/officeDocument/2006/relationships/notesMaster" Target="/ppt/notesMasters/notesMaster1.xml" Id="Reaab246e3ea144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4ec62114542eb" /><Relationship Type="http://schemas.openxmlformats.org/officeDocument/2006/relationships/notesMaster" Target="/ppt/notesMasters/notesMaster1.xml" Id="Rfb3d17fb942444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e59c6de4847e6" /><Relationship Type="http://schemas.openxmlformats.org/officeDocument/2006/relationships/notesMaster" Target="/ppt/notesMasters/notesMaster1.xml" Id="Rfdd2641264034b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222ad9f7bd424d" /><Relationship Type="http://schemas.openxmlformats.org/officeDocument/2006/relationships/notesMaster" Target="/ppt/notesMasters/notesMaster1.xml" Id="R811e2ca2b061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e549663574ac5" /><Relationship Type="http://schemas.openxmlformats.org/officeDocument/2006/relationships/notesMaster" Target="/ppt/notesMasters/notesMaster1.xml" Id="R21af13640934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c27c544eef47a6" /><Relationship Type="http://schemas.openxmlformats.org/officeDocument/2006/relationships/notesMaster" Target="/ppt/notesMasters/notesMaster1.xml" Id="Raae35352940d42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436ba8f0dd4c7a" /><Relationship Type="http://schemas.openxmlformats.org/officeDocument/2006/relationships/notesMaster" Target="/ppt/notesMasters/notesMaster1.xml" Id="R23c0a71bc7d14f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7b022257d848d8" /><Relationship Type="http://schemas.openxmlformats.org/officeDocument/2006/relationships/notesMaster" Target="/ppt/notesMasters/notesMaster1.xml" Id="R56f37528523b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Проект посвящён научным организациям и предприятиям Обнинска. Карта объединяет их расположение и краткие сведения о деятельности. Фон является концептуальной ИИ-иллюстрацией, а не фотографией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Актуальность проекта: показать понятную связь между местами в городе и работой организаций. Это обоснование образовательной пользы, а не результат опроса жителей.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Главная цель объединяет два действия: найти организацию на карте и познакомиться с её работой. Проект рассчитан на пользователей без специальных знаний.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Задачи отражают содержание и возможности текущего проекта. Материалы охватывают избранные организации, поэтому проект не претендует на полноту городского справочника.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Источник: data.js. В файле 8 организаций, у каждой по 3 примера деятельности, всего 24. Группы приведены по полю group. Это подборка, а не полный перечень организаций Обнинска.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Источник: README.md, app.js и index.html. На компьютере карточка появляется при наведении на метку, на телефоне её можно открыть нажатием. Поиск учитывает название, адрес, отрасль и примеры продукции.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Сведения: data.js и https://www.admobninsk.ru/obninsk/gorod/scientific-centers/technologiya/</a:t>
            </a:r>
          </a:p>
          <a:p xmlns:a="http://schemas.openxmlformats.org/drawingml/2006/main">
            <a:r>
              <a:t>Фото из проекта: ОНПП «Технология» / Администрация Обнинска, публикация 2025 года. Источник: https://admobninsk.ru/news/2025/10/24/news_34090.html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Этапы обобщают работу, отражённую в материалах проекта. Даты, длительность разработки и результаты пользовательских испытаний не заявляются: таких подтверждённых сведений в репозитории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Практическая польза описывает возможные способы применения. Расширение списка и обновление материалов являются предложениями по развитию, а не уже выполненными работами.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Результат подтверждается структурой и содержанием репозитория: карта, каталог, поиск, фильтры и карточки организаций. Концептуальный фон создан с помощью ИИ и не воспроизводит реальную географию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a0c637782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cdcc99ab94a27" /><Relationship Type="http://schemas.openxmlformats.org/officeDocument/2006/relationships/slideLayout" Target="/ppt/slideLayouts/slideLayout1.xml" Id="Rb1b78bd46bb7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78bd46bb7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5b44c06dc4cce" /><Relationship Type="http://schemas.openxmlformats.org/officeDocument/2006/relationships/image" Target="/ppt/media/image.png" Id="R8a6d0544dd744d82" /><Relationship Type="http://schemas.openxmlformats.org/officeDocument/2006/relationships/notesSlide" Target="/ppt/notesSlides/notesSlide1.xml" Id="Rf083bcb3c517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1ede0cb47460e" /><Relationship Type="http://schemas.openxmlformats.org/officeDocument/2006/relationships/notesSlide" Target="/ppt/notesSlides/notesSlide2.xml" Id="Rfb25e93136234e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0bd7e46c84e68" /><Relationship Type="http://schemas.openxmlformats.org/officeDocument/2006/relationships/notesSlide" Target="/ppt/notesSlides/notesSlide3.xml" Id="Rdc30f8e7e8be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a10ad1de345a5" /><Relationship Type="http://schemas.openxmlformats.org/officeDocument/2006/relationships/notesSlide" Target="/ppt/notesSlides/notesSlide4.xml" Id="R8fd11fd321c34a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f645e7f0e488c" /><Relationship Type="http://schemas.openxmlformats.org/officeDocument/2006/relationships/notesSlide" Target="/ppt/notesSlides/notesSlide5.xml" Id="Ra4a56e5567e741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a338313964998" /><Relationship Type="http://schemas.openxmlformats.org/officeDocument/2006/relationships/notesSlide" Target="/ppt/notesSlides/notesSlide6.xml" Id="R30f5a72e5feb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859e5b70249a4" /><Relationship Type="http://schemas.openxmlformats.org/officeDocument/2006/relationships/image" Target="/ppt/media/image.jpeg" Id="Rf22430319e75458b" /><Relationship Type="http://schemas.openxmlformats.org/officeDocument/2006/relationships/notesSlide" Target="/ppt/notesSlides/notesSlide7.xml" Id="Rebeb18cf1c2f4f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b3c1c5ee4a36" /><Relationship Type="http://schemas.openxmlformats.org/officeDocument/2006/relationships/notesSlide" Target="/ppt/notesSlides/notesSlide8.xml" Id="Rffbdf1befca042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37ab24e924f47" /><Relationship Type="http://schemas.openxmlformats.org/officeDocument/2006/relationships/notesSlide" Target="/ppt/notesSlides/notesSlide9.xml" Id="Re13a96434b1948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aac3eda744835" /><Relationship Type="http://schemas.openxmlformats.org/officeDocument/2006/relationships/image" Target="/ppt/media/image2.png" Id="R372ab9eb6dc04f6f" /><Relationship Type="http://schemas.openxmlformats.org/officeDocument/2006/relationships/notesSlide" Target="/ppt/notesSlides/notesSlide10.xml" Id="R9387da2848d244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d0544dd744d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99993-36C0-4856-B4CC-F22E6373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858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Интерактивная</a:t>
            </a:r>
          </a:p>
          <a:p xmlns:a="http://schemas.openxmlformats.org/drawingml/2006/main">
            <a:pPr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Обнинска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71157-9367-49E2-A181-4017FC4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Научные организации</a:t>
            </a:r>
          </a:p>
          <a:p xmlns:a="http://schemas.openxmlformats.org/drawingml/2006/main">
            <a:pPr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предприятия города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107A5-7E59-4EEA-A199-859016D8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Учебный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1726143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C9AE-CAB8-4F12-94A1-1C81009D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5B326-AB98-4F82-8989-B37097A1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47531-4915-4BC5-AE34-25FC095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Знакомство с городом</a:t>
            </a:r>
          </a:p>
          <a:p xmlns:a="http://schemas.openxmlformats.org/drawingml/2006/main">
            <a:pPr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через его предприятия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3960-238F-45A6-98B4-710137B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Названия организаций не всегда объясняют, чем они занимаются и какую пользу приносит их работа.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2E179-AF5F-4572-B49E-10396D09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Карта связывает расположение предприятия с его историей и примерами продукции.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278D9-003B-4532-BFCE-86A0008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Такой формат подходит для изучения родного края и знакомства с профессиями.</a:t>
            </a:r>
          </a:p>
        </p:txBody>
      </p:sp>
    </p:spTree>
    <p:extLst>
      <p:ext uri="{BB962C8B-B14F-4D97-AF65-F5344CB8AC3E}">
        <p14:creationId xmlns:p14="http://schemas.microsoft.com/office/powerpoint/2010/main" val="703730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C7D70-61EE-49BF-9ADC-557192B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Цель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686C6-7355-43F2-9A65-3FD56B1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6395-D3B9-4915-AA8B-0BA8FD2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Создать понятную интерактивную карту научных организаций и предприятий Обнинска.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F7050-3FF7-43D0-A3A6-D1E695E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Помочь школьникам и жителям узнать, где находятся организации и чем они занимаются.</a:t>
            </a:r>
          </a:p>
        </p:txBody>
      </p:sp>
    </p:spTree>
    <p:extLst>
      <p:ext uri="{BB962C8B-B14F-4D97-AF65-F5344CB8AC3E}">
        <p14:creationId xmlns:p14="http://schemas.microsoft.com/office/powerpoint/2010/main" val="726819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D4ECC-95B1-4D24-87CD-C9E8F2E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Задачи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CD4C3-6F70-46AA-9FDA-79BAB365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9E4CC-3391-4641-BFB7-5056EDB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A3B3A-2C15-4AF4-AAAA-062CC8F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383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организации для карты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33ACD-6F7F-4B18-A713-4D8581D4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F251B-FCA8-4AE0-BC99-C0965976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574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Собрать сведения, фотографии и источники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49A96-0927-4E2D-A8F8-31B4259C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5E6C4-A121-40A0-9EF5-79A6D910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Подготовить понятные описания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2C0E7-4A2A-4AA8-9B60-AE03800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B8300-929A-4249-8EB5-C60AAAA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поиск и выбор по направлениям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A4C78-2E59-4328-9D15-956C83E4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42E26-3B37-4B82-8002-F84F9D8C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149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Сделать удобный просмотр на компьютере и телефоне</a:t>
            </a:r>
          </a:p>
        </p:txBody>
      </p:sp>
    </p:spTree>
    <p:extLst>
      <p:ext uri="{BB962C8B-B14F-4D97-AF65-F5344CB8AC3E}">
        <p14:creationId xmlns:p14="http://schemas.microsoft.com/office/powerpoint/2010/main" val="501433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A342C-6644-46E7-98F5-62CC8BC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Что представлено на карте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ED8F-27DA-4918-8816-2C80502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94E34-7B87-4AB1-8D90-A9CF4EE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61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99EE-1FD0-46AA-909F-4113F75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организаций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5FDB6-2380-4E4D-BDF7-D7A41ED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1ED0-5E57-4430-9516-F6F5E865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примера работ</a:t>
            </a:r>
          </a:p>
          <a:p xmlns:a="http://schemas.openxmlformats.org/drawingml/2006/main">
            <a:pPr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 продукции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7812-BDC2-4DEA-8B55-2A0A57A8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Наука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BA80E-45B4-40D0-A6A5-D9B13C6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ФЭИ, НПО «Тайфун», НИФХИ им. Карпова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DE385-9DDD-4FC9-8314-0E9FE0B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Промышленность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E13C8-1863-4FB3-8293-9801F268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4332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«Технология», «Сигнал»,</a:t>
            </a:r>
          </a:p>
          <a:p xmlns:a="http://schemas.openxmlformats.org/drawingml/2006/main"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Обнинскоргсинтез, «Метра»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9CEFB-0AC8-40F5-913C-B2B26D7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672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Медицина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B30D3-3853-4103-B61A-853C6C26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81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Хемофарм</a:t>
            </a:r>
          </a:p>
        </p:txBody>
      </p:sp>
    </p:spTree>
    <p:extLst>
      <p:ext uri="{BB962C8B-B14F-4D97-AF65-F5344CB8AC3E}">
        <p14:creationId xmlns:p14="http://schemas.microsoft.com/office/powerpoint/2010/main" val="6882596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C0007-FCDE-4FAF-B15B-74DE5E6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Как пользоваться картой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BAB1D-C810-4C11-A2DC-AED6E44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0092F-6929-42ED-92DD-2FD87AF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1. Найти организацию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C28F2-CD0A-4D7B-8627-8E910AB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метку или название в списке.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4B2CD-9AA7-4028-9134-49F8639B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2. Уточнить выбор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67632-9E3D-4B2D-AE81-19E3DD73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Воспользоваться поиском или фильтром.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AA644-0610-446E-B25B-029220B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3. Открыть сведения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FB989-FD09-4C27-9450-097FF7A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Посмотреть историю, фото и примеры работ.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F6FFD-6AA8-4785-82D1-30928B4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4. Узнать больше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31D8B-83A4-401B-9A84-2D9CEBB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Перейти к указанным источникам.</a:t>
            </a:r>
          </a:p>
        </p:txBody>
      </p:sp>
    </p:spTree>
    <p:extLst>
      <p:ext uri="{BB962C8B-B14F-4D97-AF65-F5344CB8AC3E}">
        <p14:creationId xmlns:p14="http://schemas.microsoft.com/office/powerpoint/2010/main" val="1126173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936B9-84DD-47F7-BED1-6A34EF0E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Пример: ОНПП «Технология»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C87D6-7C9F-4D82-983B-D36C9E0A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430319e75458b"/>
          <a:srcRect xmlns:a="http://schemas.openxmlformats.org/drawingml/2006/main" l="2872" t="0" r="28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28775"/>
            <a:ext cx="5905500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1444-DD5D-42B6-9B55-E0B1CC0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049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Чем занимается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6A1B-7321-4848-B977-C92992A1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Разрабатывает материалы и изделия для сложных инженерных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1AC6C-8007-406C-BC5C-1EECE25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100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В карточке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C7FC-AC5A-405D-8122-1773754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720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История предприятия, фотографии и примеры продукции.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91CF1-D908-46B4-B2DB-87E25D1E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Композиты, техническое стекло и керамика</a:t>
            </a:r>
          </a:p>
        </p:txBody>
      </p:sp>
    </p:spTree>
    <p:extLst>
      <p:ext uri="{BB962C8B-B14F-4D97-AF65-F5344CB8AC3E}">
        <p14:creationId xmlns:p14="http://schemas.microsoft.com/office/powerpoint/2010/main" val="1258529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F6BB0-32EE-4672-B540-91C5603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Этапы создания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8178-B227-43AB-B75A-7BBB9DD8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64A9F-AC2E-4485-B371-F3DF4AB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07B94-CFF1-4335-9C90-A214FFF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478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Подбор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6394F-DE2F-4BC4-BE6F-7EA0CAA6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240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Выбор организаций, сбор описаний и фотографий.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5F19F-EF23-44D1-B6D5-08CB390E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EABA-2477-47D6-8364-9F1EF64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527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Подготовка содержания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39EC-0FC8-4DDA-AFF9-594A9F13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289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Краткие тексты об истории и деятельности.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71981-063E-48F3-881E-344C243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ECF83-5D17-499C-8D7E-B718AA01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Создание карты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86716-D532-4E9C-BAFD-B7D1962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338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Размещение меток, карточек, поиска и фильтров.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076D8-A434-4621-85EC-B5B59E1C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CD2B6-F507-4895-8F14-CAAD6BA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625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Доработка оформления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F6EF6-184C-4A64-A323-28B7E16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387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Удобный просмотр сведений и фотографий на разных экранах.</a:t>
            </a:r>
          </a:p>
        </p:txBody>
      </p:sp>
    </p:spTree>
    <p:extLst>
      <p:ext uri="{BB962C8B-B14F-4D97-AF65-F5344CB8AC3E}">
        <p14:creationId xmlns:p14="http://schemas.microsoft.com/office/powerpoint/2010/main" val="845363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B16F0-57E1-4AE8-AC78-5533554B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Практическая польза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64FA-FFAA-4883-BAB9-E8EB949C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BD43A-4CF5-4ABD-8E8C-E1CEBD5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606BD-3FCE-41C3-BFA6-51E1FFA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Материал для уроков краеведения</a:t>
            </a:r>
          </a:p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школьных выступлений.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Знакомство с направлениями науки</a:t>
            </a:r>
          </a:p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производства в своём городе.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5CFB-6CB8-4008-B0A0-B2E13D9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Дальнейшие шаги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F76E0-6049-4728-8E4A-7FBEE202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новые организации.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Дополнить фотографии и описания.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Обновлять сведения по источникам.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A4F9-ACE7-4ECA-8D45-E2A34B4C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Сейчас на карте представлена подборка из восьми организаций.</a:t>
            </a:r>
          </a:p>
        </p:txBody>
      </p:sp>
    </p:spTree>
    <p:extLst>
      <p:ext uri="{BB962C8B-B14F-4D97-AF65-F5344CB8AC3E}">
        <p14:creationId xmlns:p14="http://schemas.microsoft.com/office/powerpoint/2010/main" val="15873006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ab9eb6dc04f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FFAEE-6BB2-433B-B83A-46F1DBA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Результат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840DB-BF53-4BE2-964F-F946449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33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объединяет сведения</a:t>
            </a:r>
          </a:p>
          <a:p xmlns:a="http://schemas.openxmlformats.org/drawingml/2006/main"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 предприятиях Обнинска</a:t>
            </a:r>
          </a:p>
          <a:p xmlns:a="http://schemas.openxmlformats.org/drawingml/2006/main"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в одном наглядном формате.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14DD7-C1EA-47FF-A6B7-A217C6C4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953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Можно найти организацию</a:t>
            </a:r>
          </a:p>
          <a:p xmlns:a="http://schemas.openxmlformats.org/drawingml/2006/main">
            <a:pPr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познакомиться с её работой.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145D8-DE4F-4A48-A933-F31EC20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36788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2026-09-28T07:51:44.1260000Z</dcterms:created>
  <dcterms:modified xsi:type="dcterms:W3CDTF">2026-09-28T07:51:44.1260000Z</dcterms:modified>
</coreProperties>
</file>