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38143c9fc0454b" /><Relationship Type="http://schemas.openxmlformats.org/officeDocument/2006/relationships/extended-properties" Target="/docProps/app.xml" Id="Re830581d08b84cca" /><Relationship Type="http://schemas.openxmlformats.org/officeDocument/2006/relationships/officeDocument" Target="/ppt/presentation.xml" Id="Rebcde27d9bda4d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da49bd25774047"/>
  </p:sldMasterIdLst>
  <p:notesMasterIdLst>
    <p:notesMasterId xmlns:r="http://schemas.openxmlformats.org/officeDocument/2006/relationships" r:id="Rbf9bedad146b4dfa"/>
  </p:notesMasterIdLst>
  <p:sldIdLst>
    <p:sldId xmlns:r="http://schemas.openxmlformats.org/officeDocument/2006/relationships" id="256" r:id="R236d5371e8f8405d"/>
    <p:sldId xmlns:r="http://schemas.openxmlformats.org/officeDocument/2006/relationships" id="257" r:id="Rf73d83d59b324a00"/>
    <p:sldId xmlns:r="http://schemas.openxmlformats.org/officeDocument/2006/relationships" id="258" r:id="R6e9ff366f7ad471d"/>
    <p:sldId xmlns:r="http://schemas.openxmlformats.org/officeDocument/2006/relationships" id="259" r:id="R37e0ab68b63540e2"/>
    <p:sldId xmlns:r="http://schemas.openxmlformats.org/officeDocument/2006/relationships" id="260" r:id="Re3625f951fbc434b"/>
    <p:sldId xmlns:r="http://schemas.openxmlformats.org/officeDocument/2006/relationships" id="261" r:id="R766bc3961c294201"/>
    <p:sldId xmlns:r="http://schemas.openxmlformats.org/officeDocument/2006/relationships" id="262" r:id="Rb3f3d42fd736426d"/>
    <p:sldId xmlns:r="http://schemas.openxmlformats.org/officeDocument/2006/relationships" id="263" r:id="Reeea945e1d734f93"/>
    <p:sldId xmlns:r="http://schemas.openxmlformats.org/officeDocument/2006/relationships" id="264" r:id="R097d2c92a4594d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e2c0a7da22488c" /><Relationship Type="http://schemas.openxmlformats.org/officeDocument/2006/relationships/slideMaster" Target="/ppt/slideMasters/slideMaster1.xml" Id="Rcbda49bd25774047" /><Relationship Type="http://schemas.openxmlformats.org/officeDocument/2006/relationships/notesMaster" Target="/ppt/notesMasters/notesMaster1.xml" Id="Rbf9bedad146b4dfa" /><Relationship Type="http://schemas.openxmlformats.org/officeDocument/2006/relationships/presProps" Target="/ppt/presProps.xml" Id="R080c38158e234056" /><Relationship Type="http://schemas.openxmlformats.org/officeDocument/2006/relationships/tableStyles" Target="/ppt/tableStyles.xml" Id="Ra814d1042a86412e" /><Relationship Type="http://schemas.openxmlformats.org/officeDocument/2006/relationships/slide" Target="/ppt/slides/slide1.xml" Id="R236d5371e8f8405d" /><Relationship Type="http://schemas.openxmlformats.org/officeDocument/2006/relationships/slide" Target="/ppt/slides/slide2.xml" Id="Rf73d83d59b324a00" /><Relationship Type="http://schemas.openxmlformats.org/officeDocument/2006/relationships/slide" Target="/ppt/slides/slide3.xml" Id="R6e9ff366f7ad471d" /><Relationship Type="http://schemas.openxmlformats.org/officeDocument/2006/relationships/slide" Target="/ppt/slides/slide4.xml" Id="R37e0ab68b63540e2" /><Relationship Type="http://schemas.openxmlformats.org/officeDocument/2006/relationships/slide" Target="/ppt/slides/slide5.xml" Id="Re3625f951fbc434b" /><Relationship Type="http://schemas.openxmlformats.org/officeDocument/2006/relationships/slide" Target="/ppt/slides/slide6.xml" Id="R766bc3961c294201" /><Relationship Type="http://schemas.openxmlformats.org/officeDocument/2006/relationships/slide" Target="/ppt/slides/slide7.xml" Id="Rb3f3d42fd736426d" /><Relationship Type="http://schemas.openxmlformats.org/officeDocument/2006/relationships/slide" Target="/ppt/slides/slide8.xml" Id="Reeea945e1d734f93" /><Relationship Type="http://schemas.openxmlformats.org/officeDocument/2006/relationships/slide" Target="/ppt/slides/slide9.xml" Id="R097d2c92a4594d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505d9c83ad46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14a50e0cb8471d" /><Relationship Type="http://schemas.openxmlformats.org/officeDocument/2006/relationships/notesMaster" Target="/ppt/notesMasters/notesMaster1.xml" Id="R417251fead1d47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243862dcb54bf8" /><Relationship Type="http://schemas.openxmlformats.org/officeDocument/2006/relationships/notesMaster" Target="/ppt/notesMasters/notesMaster1.xml" Id="R96524bbea36d47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f9495b73db40d0" /><Relationship Type="http://schemas.openxmlformats.org/officeDocument/2006/relationships/notesMaster" Target="/ppt/notesMasters/notesMaster1.xml" Id="Raae08d7e75614b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228f48f7ab4ee5" /><Relationship Type="http://schemas.openxmlformats.org/officeDocument/2006/relationships/notesMaster" Target="/ppt/notesMasters/notesMaster1.xml" Id="Re8de9b8fabfa43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a6ea2b753e4327" /><Relationship Type="http://schemas.openxmlformats.org/officeDocument/2006/relationships/notesMaster" Target="/ppt/notesMasters/notesMaster1.xml" Id="R122a60dccd0d46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74c5d67f3d46f4" /><Relationship Type="http://schemas.openxmlformats.org/officeDocument/2006/relationships/notesMaster" Target="/ppt/notesMasters/notesMaster1.xml" Id="R07a5b7a8ee2445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1ddbe34e214c09" /><Relationship Type="http://schemas.openxmlformats.org/officeDocument/2006/relationships/notesMaster" Target="/ppt/notesMasters/notesMaster1.xml" Id="Rf5aef978f5d547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07c00376e74396" /><Relationship Type="http://schemas.openxmlformats.org/officeDocument/2006/relationships/notesMaster" Target="/ppt/notesMasters/notesMaster1.xml" Id="Rf784cdc35a2f40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95494d414d4488" /><Relationship Type="http://schemas.openxmlformats.org/officeDocument/2006/relationships/notesMaster" Target="/ppt/notesMasters/notesMaster1.xml" Id="R2fd217d52efd4f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Проект посвящён научным организациям и предприятиям Обнинска. Карта объединяет их расположение и краткие сведения о деятельности. Фон является концептуальной ИИ-иллюстрацией, а не фотографией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Актуальность проекта: показать понятную связь между местами в городе и работой организаций. Это обоснование образовательной пользы, а не результат опроса жителей.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Главная цель объединяет два действия: найти организацию на карте и познакомиться с её работой. Проект рассчитан на пользователей без специальных знаний.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Источник: data.js. В файле 8 организаций, у каждой по 3 примера деятельности, всего 24. Группы приведены по полю group. Это подборка, а не полный перечень организаций Обнинска.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Источник: README.md, app.js и index.html. На компьютере карточка появляется при наведении на метку, на телефоне её можно открыть нажатием. Поиск учитывает название, адрес, отрасль и примеры продукции.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Сведения: data.js и https://www.admobninsk.ru/obninsk/gorod/scientific-centers/technologiya/</a:t>
            </a:r>
          </a:p>
          <a:p xmlns:a="http://schemas.openxmlformats.org/drawingml/2006/main">
            <a:r>
              <a:t>Фото из проекта: ОНПП «Технология» / Администрация Обнинска, публикация 2025 года. Источник: https://admobninsk.ru/news/2025/10/24/news_34090.html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Этапы обобщают работу, отражённую в материалах проекта. Даты, длительность разработки и результаты пользовательских испытаний не заявляются: таких подтверждённых сведений в репозитории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Практическая польза описывает возможные способы применения. Расширение списка и обновление материалов являются предложениями по развитию, а не уже выполненными работами.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проекта: https://github.com/mgyodda/obninsk-map/tree/main</a:t>
            </a:r>
          </a:p>
          <a:p xmlns:a="http://schemas.openxmlformats.org/drawingml/2006/main">
            <a:r>
              <a:t>Результат подтверждается структурой и содержанием репозитория: карта, каталог, поиск, фильтры и карточки организаций. Концептуальный фон создан с помощью ИИ и не воспроизводит реальную географию города.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217389a2264e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6f315ab3fc48d7" /><Relationship Type="http://schemas.openxmlformats.org/officeDocument/2006/relationships/slideLayout" Target="/ppt/slideLayouts/slideLayout1.xml" Id="Rfb3d52a5b0bf45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3d52a5b0bf45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21c506958440e" /><Relationship Type="http://schemas.openxmlformats.org/officeDocument/2006/relationships/image" Target="/ppt/media/image.png" Id="R3322e070bddf4813" /><Relationship Type="http://schemas.openxmlformats.org/officeDocument/2006/relationships/notesSlide" Target="/ppt/notesSlides/notesSlide1.xml" Id="R57033f2741fb44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2018ba061428a" /><Relationship Type="http://schemas.openxmlformats.org/officeDocument/2006/relationships/notesSlide" Target="/ppt/notesSlides/notesSlide2.xml" Id="R47f0feed5d994c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ebc9d606b43b1" /><Relationship Type="http://schemas.openxmlformats.org/officeDocument/2006/relationships/notesSlide" Target="/ppt/notesSlides/notesSlide3.xml" Id="R68ba36a5b354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7adc78e7d4073" /><Relationship Type="http://schemas.openxmlformats.org/officeDocument/2006/relationships/notesSlide" Target="/ppt/notesSlides/notesSlide4.xml" Id="R68e11017dfa842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d914e6ec44adc" /><Relationship Type="http://schemas.openxmlformats.org/officeDocument/2006/relationships/notesSlide" Target="/ppt/notesSlides/notesSlide5.xml" Id="R1b01f2ead28844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b9e31dd794abb" /><Relationship Type="http://schemas.openxmlformats.org/officeDocument/2006/relationships/image" Target="/ppt/media/image.jpeg" Id="Ra554b790881249e7" /><Relationship Type="http://schemas.openxmlformats.org/officeDocument/2006/relationships/notesSlide" Target="/ppt/notesSlides/notesSlide6.xml" Id="R18b411a522f34f8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92c34b72c4aec" /><Relationship Type="http://schemas.openxmlformats.org/officeDocument/2006/relationships/notesSlide" Target="/ppt/notesSlides/notesSlide7.xml" Id="R5e276f5a544d4a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563d359374c26" /><Relationship Type="http://schemas.openxmlformats.org/officeDocument/2006/relationships/hyperlink" Target="https://mgyodda.github.io/obninsk-map/" TargetMode="External" Id="R8005fdefaca74b76" /><Relationship Type="http://schemas.openxmlformats.org/officeDocument/2006/relationships/notesSlide" Target="/ppt/notesSlides/notesSlide8.xml" Id="R0f1df0cd63df40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deb2a25d14460" /><Relationship Type="http://schemas.openxmlformats.org/officeDocument/2006/relationships/image" Target="/ppt/media/image2.png" Id="R57f17b08c8494da7" /><Relationship Type="http://schemas.openxmlformats.org/officeDocument/2006/relationships/notesSlide" Target="/ppt/notesSlides/notesSlide9.xml" Id="Rc17017ff2a8f4c8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2e070bddf481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99993-36C0-4856-B4CC-F22E6373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8581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Интерактивная</a:t>
            </a:r>
          </a:p>
          <a:p xmlns:a="http://schemas.openxmlformats.org/drawingml/2006/main">
            <a:pPr>
              <a:buNone/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Обнинска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71157-9367-49E2-A181-4017FC4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666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Четыре научные организации</a:t>
            </a:r>
          </a:p>
          <a:p xmlns:a="http://schemas.openxmlformats.org/drawingml/2006/main">
            <a:pPr>
              <a:buNone/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их разработки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107A5-7E59-4EEA-A199-859016D8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Учебный проект</a:t>
            </a:r>
          </a:p>
        </p:txBody>
      </p:sp>
    </p:spTree>
    <p:extLst>
      <p:ext uri="{BB962C8B-B14F-4D97-AF65-F5344CB8AC3E}">
        <p14:creationId xmlns:p14="http://schemas.microsoft.com/office/powerpoint/2010/main" val="1726143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FC9AE-CAB8-4F12-94A1-1C81009D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Актуальность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5B326-AB98-4F82-8989-B37097A1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47531-4915-4BC5-AE34-25FC0958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Знакомство с городом</a:t>
            </a:r>
          </a:p>
          <a:p xmlns:a="http://schemas.openxmlformats.org/drawingml/2006/main">
            <a:pPr>
              <a:buNone/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через его предприятия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3960-238F-45A6-98B4-710137B2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Названия организаций не всегда объясняют, чем они занимаются и какую пользу приносит их работа.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2E179-AF5F-4572-B49E-10396D09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953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Карта связывает расположение организаций с исследованиями, историей и примерами работ.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278D9-003B-4532-BFCE-86A00084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Такой формат подходит для изучения родного края и знакомства с профессиями.</a:t>
            </a:r>
          </a:p>
        </p:txBody>
      </p:sp>
    </p:spTree>
    <p:extLst>
      <p:ext uri="{BB962C8B-B14F-4D97-AF65-F5344CB8AC3E}">
        <p14:creationId xmlns:p14="http://schemas.microsoft.com/office/powerpoint/2010/main" val="703730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C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C7D70-61EE-49BF-9ADC-557192B7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Цель и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686C6-7355-43F2-9A65-3FD56B14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1F6395-D3B9-4915-AA8B-0BA8FD2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75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Создать интерактивную карту четырёх научных организаций Обнинска с понятными описаниями и источниками.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0F7050-3FF7-43D0-A3A6-D1E695E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572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1. Отобрать организации и проверить открытые источники.
2. Подготовить карточки с исследованиями, историей и фото.
3. Добавить карту, поиск, фильтры и галереи.
4. Проверить просмотр на компьютере, телефоне и без сети.</a:t>
            </a:r>
          </a:p>
        </p:txBody>
      </p:sp>
    </p:spTree>
    <p:extLst>
      <p:ext uri="{BB962C8B-B14F-4D97-AF65-F5344CB8AC3E}">
        <p14:creationId xmlns:p14="http://schemas.microsoft.com/office/powerpoint/2010/main" val="726819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A342C-6644-46E7-98F5-62CC8BC9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Что представлено на карте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7ED8F-27DA-4918-8816-2C80502F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94E34-7B87-4AB1-8D90-A9CF4EE6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161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D99EE-1FD0-46AA-909F-4113F75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57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организаций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5FDB6-2380-4E4D-BDF7-D7A41ED7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3860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41ED0-5E57-4430-9516-F6F5E865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323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примера работ</a:t>
            </a:r>
          </a:p>
          <a:p xmlns:a="http://schemas.openxmlformats.org/drawingml/2006/main">
            <a:pPr>
              <a:buNone/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 продукции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37812-BDC2-4DEA-8B55-2A0A57A8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8592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Ядерные технологии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3BA80E-45B4-40D0-A6A5-D9B13C6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ФЭИ и НИФХИ им. Карпова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8DE385-9DDD-4FC9-8314-0E9FE0B1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19450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Материаловедение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E13C8-1863-4FB3-8293-9801F268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43325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ОНПП «Технология»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9CEFB-0AC8-40F5-913C-B2B26D7A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67275"/>
            <a:ext cx="666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Экология и климат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AB30D3-3853-4103-B61A-853C6C26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81625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НПО «Тайфун»</a:t>
            </a:r>
          </a:p>
        </p:txBody>
      </p:sp>
    </p:spTree>
    <p:extLst>
      <p:ext uri="{BB962C8B-B14F-4D97-AF65-F5344CB8AC3E}">
        <p14:creationId xmlns:p14="http://schemas.microsoft.com/office/powerpoint/2010/main" val="688259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C0007-FCDE-4FAF-B15B-74DE5E62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Как пользоваться картой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BAB1D-C810-4C11-A2DC-AED6E44F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0092F-6929-42ED-92DD-2FD87AF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1. Найти организацию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C28F2-CD0A-4D7B-8627-8E910ABB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метку или название в списке.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64B2CD-9AA7-4028-9134-49F8639B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2. Уточнить выбор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67632-9E3D-4B2D-AE81-19E3DD73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Воспользоваться поиском или фильтром.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4AA644-0610-446E-B25B-029220B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3. Открыть сведения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FB989-FD09-4C27-9450-097FF7A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Прочитать историю, исследования, примеры работ и посмотреть фотогалерею.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4F6FFD-6AA8-4785-82D1-30928B4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3857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4. Узнать больше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31D8B-83A4-401B-9A84-2D9CEBBC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4810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Перейти к источникам или открыть каталог без сети.</a:t>
            </a:r>
          </a:p>
        </p:txBody>
      </p:sp>
    </p:spTree>
    <p:extLst>
      <p:ext uri="{BB962C8B-B14F-4D97-AF65-F5344CB8AC3E}">
        <p14:creationId xmlns:p14="http://schemas.microsoft.com/office/powerpoint/2010/main" val="1126173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936B9-84DD-47F7-BED1-6A34EF0E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Пример: ОНПП «Технология»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C87D6-7C9F-4D82-983B-D36C9E0A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4b790881249e7"/>
          <a:srcRect xmlns:a="http://schemas.openxmlformats.org/drawingml/2006/main" l="2872" t="0" r="28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628775"/>
            <a:ext cx="5905500" cy="3524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51444-DD5D-42B6-9B55-E0B1CC0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049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Чем занимается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6A1B-7321-4848-B977-C92992A1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8600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Исследует и создаёт композиты, техническое стекло и керамику для инженерных задач.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1AC6C-8007-406C-BC5C-1EECE251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1002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В карточке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C7FC-AC5A-405D-8122-17737544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72000"/>
            <a:ext cx="4286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Исследования материалов, шесть примеров разработок, история, фотографии и источники.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91CF1-D908-46B4-B2DB-87E25D1E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6191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Композиты, техническое стекло и керамика</a:t>
            </a:r>
          </a:p>
        </p:txBody>
      </p:sp>
    </p:spTree>
    <p:extLst>
      <p:ext uri="{BB962C8B-B14F-4D97-AF65-F5344CB8AC3E}">
        <p14:creationId xmlns:p14="http://schemas.microsoft.com/office/powerpoint/2010/main" val="1258529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F6BB0-32EE-4672-B540-91C56035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Этапы создания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478178-B227-43AB-B75A-7BBB9DD8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64A9F-AC2E-4485-B371-F3DF4AB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07B94-CFF1-4335-9C90-A214FFF0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6478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Подбор материалов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6394F-DE2F-4BC4-BE6F-7EA0CAA6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240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Отбор четырёх организаций, проверка сведений и фотографий.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5F19F-EF23-44D1-B6D5-08CB390E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2EABA-2477-47D6-8364-9F1EF644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527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Подготовка содержания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339EC-0FC8-4DDA-AFF9-594A9F13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289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Карточки с научным профилем, историей и 24 примерами работ.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71981-063E-48F3-881E-344C243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ECF83-5D17-499C-8D7E-B718AA01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Создание карты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86716-D532-4E9C-BAFD-B7D1962B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338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Метки, поиск, три фильтра, галереи и локальный каталог.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076D8-A434-4621-85EC-B5B59E1C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CD2B6-F507-4895-8F14-CAAD6BA4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62525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Проверка и оформление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0F6EF6-184C-4A64-A323-28B7E16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387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Просмотр на разных экранах и доступ к материалам без сети.</a:t>
            </a:r>
          </a:p>
        </p:txBody>
      </p:sp>
    </p:spTree>
    <p:extLst>
      <p:ext uri="{BB962C8B-B14F-4D97-AF65-F5344CB8AC3E}">
        <p14:creationId xmlns:p14="http://schemas.microsoft.com/office/powerpoint/2010/main" val="845363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3B16F0-57E1-4AE8-AC78-5533554B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Практическая польза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A64FA-FFAA-4883-BAB9-E8EB949C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BD43A-4CF5-4ABD-8E8C-E1CEBD59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Применение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F606BD-3FCE-41C3-BFA6-51E1FFAF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Материал для уроков краеведения</a:t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школьных выступлений.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Знакомство с направлениями науки</a:t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производства в своём городе.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C5CFB-6CB8-4008-B0A0-B2E13D95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716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Дальнейшие шаги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F76E0-6049-4728-8E4A-7FBEE202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46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Проверить координаты на местности.</a:t>
            </a:r>
          </a:p>
          <a:p xmlns:a="http://schemas.openxmlformats.org/drawingml/2006/main">
            <a:r>
              <a:rPr sz="2025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другие научные организации.</a:t>
            </a:r>
          </a:p>
          <a:p xmlns:a="http://schemas.openxmlformats.org/drawingml/2006/main">
            <a:pPr>
              <a:buNone/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Обновлять сведения по источникам.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FA4F9-ACE7-4ECA-8D45-E2A34B4C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Тематическая подборка: 4 организации, 24 примера работ и 25 изображений.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A43FC-F2FB-4C83-8D90-BA7249E8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u="sng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1650" u="sng">
                <a:solidFill>
                  <a:srgbClr val="197961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8005fdefaca74b76"/>
              </a:rPr>
              <a:t>https://mgyodda.github.io/obninsk-map/</a:t>
            </a:r>
          </a:p>
        </p:txBody>
      </p:sp>
    </p:spTree>
    <p:extLst>
      <p:ext uri="{BB962C8B-B14F-4D97-AF65-F5344CB8AC3E}">
        <p14:creationId xmlns:p14="http://schemas.microsoft.com/office/powerpoint/2010/main" val="1587300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17b08c8494da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FFAEE-6BB2-433B-B83A-46F1DBA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Результат проекта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840DB-BF53-4BE2-964F-F946449E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7334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объединяет сведения</a:t>
            </a:r>
          </a:p>
          <a:p xmlns:a="http://schemas.openxmlformats.org/drawingml/2006/main">
            <a:pPr>
              <a:buNone/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 четырёх научных организациях</a:t>
            </a:r>
          </a:p>
          <a:p xmlns:a="http://schemas.openxmlformats.org/drawingml/2006/main">
            <a:pPr>
              <a:buNone/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в одном наглядном формате.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14DD7-C1EA-47FF-A6B7-A217C6C4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953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Поиск, фильтры и локальный каталог</a:t>
            </a:r>
          </a:p>
          <a:p xmlns:a="http://schemas.openxmlformats.org/drawingml/2006/main">
            <a:pPr>
              <a:buNone/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помогают изучать материал.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145D8-DE4F-4A48-A933-F31EC20B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836788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2026-09-29T15:39:03.4740000Z</dcterms:created>
  <dcterms:modified xsi:type="dcterms:W3CDTF">2026-09-29T15:39:03.4740000Z</dcterms:modified>
</coreProperties>
</file>